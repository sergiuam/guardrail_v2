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8BDF8"/>
                </a:solidFill>
              </a:defRPr>
            </a:pPr>
            <a:r>
              <a:t>GUARDRAIL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Autonomous Agent Safety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Real-time LLM guardrails for browser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4572000"/>
            <a:ext cx="1188720" cy="54864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6177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ALLOW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4572000"/>
            <a:ext cx="1188720" cy="54864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46177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FLAG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572000"/>
            <a:ext cx="1188720" cy="54864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46177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Why do we need guardrails?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LLM agents can take destructive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Delete quotes, cancel policies, purge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Autonomous submissions are risky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Binding policies, processing payments without human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Agents can get stuck in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Filling the same field repeatedly, retrying blocked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No visibility into agent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What did the agent do? Why? Was it safe?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Works across hundreds of carriers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Each with different forms, fields, buttons — must be universal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A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[ Insert architecture diagram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640080" cy="64008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SCRAPE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2560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Chrome Extension scrapes the live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Fields, buttons, links, text, page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45920"/>
            <a:ext cx="640080" cy="64008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</a:defRPr>
            </a:pPr>
            <a:r>
              <a:t>PROPOSE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017520"/>
            <a:ext cx="2560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Claude analyzes the page and proposes an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023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Single-step for clicks  |  Batch mode for form fills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645920"/>
            <a:ext cx="640080" cy="64008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EVALUATE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017520"/>
            <a:ext cx="2560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Guardrail Engine runs 7 safety 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023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Returns verdict: ALLOW / FLAG / BLOCK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645920"/>
            <a:ext cx="640080" cy="64008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EXECUTE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3017520"/>
            <a:ext cx="25603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Action is executed on the page (or blocked)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023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FLAG/BLOCK can be reviewed by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7 Safety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Each action is evaluated against all policies before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6060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060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Action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Blocks destructive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(delete, cancel, purge)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060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6060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Submission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Blocks autonomous form submissions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(submit, finalize, bind)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6060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26060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Page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Detects admin / payment / login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80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and blocks interaction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828800"/>
            <a:ext cx="26060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82880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Workflow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468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Prevents navigation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80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admin or settings URLs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26060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Loop 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54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Detects repeated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166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and oscillation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4114800"/>
            <a:ext cx="26060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411480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Stale Page Guard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754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Detects when agent is stuck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166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on the same page too long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114800"/>
            <a:ext cx="260604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11480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Field Overwrite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754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Flags attempts to overwrite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166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already-filled fields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Verdicts &amp; User Intervention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828800"/>
            <a:ext cx="1920240" cy="64008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7451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ALLOW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Action is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Executes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No user interaction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79" y="1828800"/>
            <a:ext cx="1920240" cy="64008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187451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9E0B"/>
                </a:solidFill>
              </a:defRPr>
            </a:pPr>
            <a:r>
              <a:t>Needs 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User is prompted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Approve or Skip the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1920240" cy="640080"/>
          </a:xfrm>
          <a:prstGeom prst="roundRect">
            <a:avLst/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87451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</a:defRPr>
            </a:pPr>
            <a:r>
              <a:t>Dangerous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Blocked by default.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Manual Mode: user can Override.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120640"/>
            <a:ext cx="85039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2120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Manual Mode (toggle)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6235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When enabled, user can review and override even BLOCKED actions. Guardrail becomes advisory.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Universal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Works on any carrier website — no carrier-specific configuration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463040"/>
            <a:ext cx="53949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Intelligent 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057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Batch-fills all form fields at once, then proceeds step-by-step for clicks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53949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Every action evaluated before execution — no retroactive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108960"/>
            <a:ext cx="53949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Human-in-Loop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703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FLAG/BLOCK actions require user approval — agent never acts alone on risky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3949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Command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User can force specific actions to test guardrail blocking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754880"/>
            <a:ext cx="539496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Session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5349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Agent remembers filled fields, action history, and previous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Token management — cap input/output to control LLM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Configurable policies — load rules from JSON/config, not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Logging &amp; analytics — dashboard with guardrail decision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862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Data validation — guardrail on field content (PII, invalid formats)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634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Field mapping integration — use Gaya's existing carrier mappings as hints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4924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440679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Test suite — unit tests per policy, integration tests end-to-end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8BDF8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Autonomous agent  +  Guardrail in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